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50128" removePersonalInfoOnSave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30" y="1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2023/11/15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2023/11/15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31E6C1-97F3-4496-A551-7A5DE80D993E}"/>
              </a:ext>
            </a:extLst>
          </p:cNvPr>
          <p:cNvSpPr/>
          <p:nvPr/>
        </p:nvSpPr>
        <p:spPr>
          <a:xfrm>
            <a:off x="1980312" y="1000351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56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E5A4E8-741E-44AC-A917-20A3BE1CF3F4}"/>
              </a:ext>
            </a:extLst>
          </p:cNvPr>
          <p:cNvSpPr txBox="1"/>
          <p:nvPr/>
        </p:nvSpPr>
        <p:spPr>
          <a:xfrm>
            <a:off x="912739" y="1119077"/>
            <a:ext cx="84830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33CC73-4014-4DA1-9DEC-49F8F9096AB7}"/>
              </a:ext>
            </a:extLst>
          </p:cNvPr>
          <p:cNvSpPr/>
          <p:nvPr/>
        </p:nvSpPr>
        <p:spPr>
          <a:xfrm>
            <a:off x="2341927" y="1762384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28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67CBA5-F170-43FC-8D9D-F02686FDC67A}"/>
              </a:ext>
            </a:extLst>
          </p:cNvPr>
          <p:cNvSpPr txBox="1"/>
          <p:nvPr/>
        </p:nvSpPr>
        <p:spPr>
          <a:xfrm>
            <a:off x="3620384" y="1920816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0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F37077-528B-4B19-80B4-B1F6D6320B3A}"/>
              </a:ext>
            </a:extLst>
          </p:cNvPr>
          <p:cNvSpPr txBox="1"/>
          <p:nvPr/>
        </p:nvSpPr>
        <p:spPr>
          <a:xfrm>
            <a:off x="1293552" y="1875526"/>
            <a:ext cx="84830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112BA5-79F1-442C-8330-5C4FD9C72777}"/>
              </a:ext>
            </a:extLst>
          </p:cNvPr>
          <p:cNvSpPr/>
          <p:nvPr/>
        </p:nvSpPr>
        <p:spPr>
          <a:xfrm>
            <a:off x="2627155" y="2524417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14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02CD27-D886-4880-BC64-2FBAC83744EA}"/>
              </a:ext>
            </a:extLst>
          </p:cNvPr>
          <p:cNvSpPr txBox="1"/>
          <p:nvPr/>
        </p:nvSpPr>
        <p:spPr>
          <a:xfrm>
            <a:off x="3850974" y="2674908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0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DBADA1-6C77-4237-9323-B63F09B2EC34}"/>
              </a:ext>
            </a:extLst>
          </p:cNvPr>
          <p:cNvSpPr txBox="1"/>
          <p:nvPr/>
        </p:nvSpPr>
        <p:spPr>
          <a:xfrm>
            <a:off x="1597592" y="2631975"/>
            <a:ext cx="84830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DC9DF0-A115-4006-9169-22220D9703E4}"/>
              </a:ext>
            </a:extLst>
          </p:cNvPr>
          <p:cNvSpPr/>
          <p:nvPr/>
        </p:nvSpPr>
        <p:spPr>
          <a:xfrm>
            <a:off x="2929665" y="3286450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7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A6CE08-4DBE-4292-B608-4D43D64B93C6}"/>
              </a:ext>
            </a:extLst>
          </p:cNvPr>
          <p:cNvSpPr txBox="1"/>
          <p:nvPr/>
        </p:nvSpPr>
        <p:spPr>
          <a:xfrm>
            <a:off x="4082209" y="3429000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0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E3307C-0BE7-4D4B-AFF3-1003DF29CF8B}"/>
              </a:ext>
            </a:extLst>
          </p:cNvPr>
          <p:cNvSpPr/>
          <p:nvPr/>
        </p:nvSpPr>
        <p:spPr>
          <a:xfrm>
            <a:off x="3214811" y="4048483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3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185DD3-7240-47E1-86D3-1F229595122B}"/>
              </a:ext>
            </a:extLst>
          </p:cNvPr>
          <p:cNvSpPr txBox="1"/>
          <p:nvPr/>
        </p:nvSpPr>
        <p:spPr>
          <a:xfrm>
            <a:off x="1959207" y="3388424"/>
            <a:ext cx="84830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7CA825-4A69-47E4-AF1B-DD7F8C06B58C}"/>
              </a:ext>
            </a:extLst>
          </p:cNvPr>
          <p:cNvSpPr txBox="1"/>
          <p:nvPr/>
        </p:nvSpPr>
        <p:spPr>
          <a:xfrm>
            <a:off x="4312799" y="4183092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8C2CD5-2C0F-4668-A81D-C368C4558023}"/>
              </a:ext>
            </a:extLst>
          </p:cNvPr>
          <p:cNvSpPr txBox="1"/>
          <p:nvPr/>
        </p:nvSpPr>
        <p:spPr>
          <a:xfrm>
            <a:off x="2203000" y="4144873"/>
            <a:ext cx="84830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ACE307A-10E0-4FF8-B492-17369BED4B07}"/>
              </a:ext>
            </a:extLst>
          </p:cNvPr>
          <p:cNvSpPr txBox="1"/>
          <p:nvPr/>
        </p:nvSpPr>
        <p:spPr>
          <a:xfrm>
            <a:off x="2504544" y="4901322"/>
            <a:ext cx="84830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43B4D5-4955-42FB-AB92-633DCF7822ED}"/>
              </a:ext>
            </a:extLst>
          </p:cNvPr>
          <p:cNvSpPr txBox="1"/>
          <p:nvPr/>
        </p:nvSpPr>
        <p:spPr>
          <a:xfrm>
            <a:off x="4544034" y="4937184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532EAB-2B42-46AA-9A34-DE54C0E39539}"/>
              </a:ext>
            </a:extLst>
          </p:cNvPr>
          <p:cNvSpPr/>
          <p:nvPr/>
        </p:nvSpPr>
        <p:spPr>
          <a:xfrm>
            <a:off x="3463254" y="4810516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88540C-D5C7-4CB0-93C4-218E8B336847}"/>
              </a:ext>
            </a:extLst>
          </p:cNvPr>
          <p:cNvSpPr/>
          <p:nvPr/>
        </p:nvSpPr>
        <p:spPr>
          <a:xfrm>
            <a:off x="3787950" y="5572552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3A70C42-821E-4367-A5F1-68FD769D7CA4}"/>
              </a:ext>
            </a:extLst>
          </p:cNvPr>
          <p:cNvSpPr txBox="1"/>
          <p:nvPr/>
        </p:nvSpPr>
        <p:spPr>
          <a:xfrm>
            <a:off x="4825765" y="5691278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5C31B2-5AF2-49C5-B677-8475DA1696AB}"/>
              </a:ext>
            </a:extLst>
          </p:cNvPr>
          <p:cNvSpPr txBox="1"/>
          <p:nvPr/>
        </p:nvSpPr>
        <p:spPr>
          <a:xfrm>
            <a:off x="6499262" y="3126817"/>
            <a:ext cx="4030270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sz="2000" dirty="0">
                <a:latin typeface="+mn-ea"/>
              </a:rPr>
              <a:t>56</a:t>
            </a:r>
            <a:r>
              <a:rPr lang="zh-CN" altLang="en-US" sz="2000" dirty="0">
                <a:latin typeface="+mn-ea"/>
              </a:rPr>
              <a:t> 对应的二进制数字为：</a:t>
            </a:r>
            <a:r>
              <a:rPr lang="en-US" altLang="zh-CN" sz="2000">
                <a:latin typeface="+mn-ea"/>
              </a:rPr>
              <a:t>111000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862D4D-F205-B4B6-8FF5-0D99F9D0A4B3}"/>
              </a:ext>
            </a:extLst>
          </p:cNvPr>
          <p:cNvSpPr txBox="1"/>
          <p:nvPr/>
        </p:nvSpPr>
        <p:spPr>
          <a:xfrm>
            <a:off x="2383361" y="268184"/>
            <a:ext cx="2853089" cy="369332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需求：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</a:t>
            </a:r>
            <a:r>
              <a:rPr lang="zh-CN" altLang="zh-CN" sz="18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ea typeface="Times New Roman" panose="02020603050405020304" pitchFamily="18" charset="0"/>
              </a:rPr>
              <a:t>56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转成二进制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2023-11-15T01:36:55Z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