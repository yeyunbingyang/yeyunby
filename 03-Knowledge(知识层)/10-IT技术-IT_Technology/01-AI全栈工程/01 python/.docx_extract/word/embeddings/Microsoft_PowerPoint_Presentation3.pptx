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00AF92"/>
    <a:srgbClr val="FDA007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 showGuides="1">
      <p:cViewPr varScale="1">
        <p:scale>
          <a:sx n="156" d="100"/>
          <a:sy n="156" d="100"/>
        </p:scale>
        <p:origin x="162" y="19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2023-10-26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221" y="1854524"/>
            <a:ext cx="9145325" cy="1656052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21" y="3602668"/>
            <a:ext cx="9145325" cy="16560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2023-10-26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321" y="1838644"/>
            <a:ext cx="10517123" cy="43520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2023-10-26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321" y="2187825"/>
            <a:ext cx="10517123" cy="2483549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21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094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1745267"/>
            <a:ext cx="5158534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2616067"/>
            <a:ext cx="5158534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1745267"/>
            <a:ext cx="5183939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2616067"/>
            <a:ext cx="5183939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969" y="2159377"/>
            <a:ext cx="5715828" cy="1382692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2023-10-26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969" y="3733855"/>
            <a:ext cx="5715828" cy="1186144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321" y="713797"/>
            <a:ext cx="4682333" cy="142841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3335" y="713797"/>
            <a:ext cx="5712710" cy="54045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321" y="2314277"/>
            <a:ext cx="4682333" cy="38122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2023-10-26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6412" y="365189"/>
            <a:ext cx="909033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0" y="365189"/>
            <a:ext cx="9447811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321" y="551640"/>
            <a:ext cx="10517123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A31E6C1-97F3-4496-A551-7A5DE80D993E}"/>
              </a:ext>
            </a:extLst>
          </p:cNvPr>
          <p:cNvSpPr/>
          <p:nvPr/>
        </p:nvSpPr>
        <p:spPr>
          <a:xfrm>
            <a:off x="2000413" y="1851532"/>
            <a:ext cx="931178" cy="63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356</a:t>
            </a:r>
            <a:endParaRPr lang="zh-CN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E5A4E8-741E-44AC-A917-20A3BE1CF3F4}"/>
              </a:ext>
            </a:extLst>
          </p:cNvPr>
          <p:cNvSpPr txBox="1"/>
          <p:nvPr/>
        </p:nvSpPr>
        <p:spPr>
          <a:xfrm>
            <a:off x="857500" y="1970258"/>
            <a:ext cx="99899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除以</a:t>
            </a:r>
            <a:r>
              <a:rPr lang="en-US" altLang="zh-CN" sz="2000" dirty="0">
                <a:latin typeface="+mn-ea"/>
              </a:rPr>
              <a:t>16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33CC73-4014-4DA1-9DEC-49F8F9096AB7}"/>
              </a:ext>
            </a:extLst>
          </p:cNvPr>
          <p:cNvSpPr/>
          <p:nvPr/>
        </p:nvSpPr>
        <p:spPr>
          <a:xfrm>
            <a:off x="2362028" y="2613565"/>
            <a:ext cx="931178" cy="63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22</a:t>
            </a:r>
            <a:endParaRPr lang="zh-CN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67CBA5-F170-43FC-8D9D-F02686FDC67A}"/>
              </a:ext>
            </a:extLst>
          </p:cNvPr>
          <p:cNvSpPr txBox="1"/>
          <p:nvPr/>
        </p:nvSpPr>
        <p:spPr>
          <a:xfrm>
            <a:off x="3640485" y="2771997"/>
            <a:ext cx="92365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余数 </a:t>
            </a:r>
            <a:r>
              <a:rPr lang="en-US" altLang="zh-CN" sz="2000" dirty="0">
                <a:latin typeface="+mn-ea"/>
              </a:rPr>
              <a:t>4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F37077-528B-4B19-80B4-B1F6D6320B3A}"/>
              </a:ext>
            </a:extLst>
          </p:cNvPr>
          <p:cNvSpPr txBox="1"/>
          <p:nvPr/>
        </p:nvSpPr>
        <p:spPr>
          <a:xfrm>
            <a:off x="1238313" y="2726707"/>
            <a:ext cx="99899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除以</a:t>
            </a:r>
            <a:r>
              <a:rPr lang="en-US" altLang="zh-CN" sz="2000" dirty="0">
                <a:latin typeface="+mn-ea"/>
              </a:rPr>
              <a:t>16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112BA5-79F1-442C-8330-5C4FD9C72777}"/>
              </a:ext>
            </a:extLst>
          </p:cNvPr>
          <p:cNvSpPr/>
          <p:nvPr/>
        </p:nvSpPr>
        <p:spPr>
          <a:xfrm>
            <a:off x="2647256" y="3375598"/>
            <a:ext cx="931178" cy="63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</a:t>
            </a:r>
            <a:endParaRPr lang="zh-CN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02CD27-D886-4880-BC64-2FBAC83744EA}"/>
              </a:ext>
            </a:extLst>
          </p:cNvPr>
          <p:cNvSpPr txBox="1"/>
          <p:nvPr/>
        </p:nvSpPr>
        <p:spPr>
          <a:xfrm>
            <a:off x="3871075" y="3526089"/>
            <a:ext cx="92365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余数 </a:t>
            </a:r>
            <a:r>
              <a:rPr lang="en-US" altLang="zh-CN" sz="2000" dirty="0">
                <a:latin typeface="+mn-ea"/>
              </a:rPr>
              <a:t>6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DBADA1-6C77-4237-9323-B63F09B2EC34}"/>
              </a:ext>
            </a:extLst>
          </p:cNvPr>
          <p:cNvSpPr txBox="1"/>
          <p:nvPr/>
        </p:nvSpPr>
        <p:spPr>
          <a:xfrm>
            <a:off x="1542353" y="3483156"/>
            <a:ext cx="99899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除以</a:t>
            </a:r>
            <a:r>
              <a:rPr lang="en-US" altLang="zh-CN" sz="2000" dirty="0">
                <a:latin typeface="+mn-ea"/>
              </a:rPr>
              <a:t>16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DC9DF0-A115-4006-9169-22220D9703E4}"/>
              </a:ext>
            </a:extLst>
          </p:cNvPr>
          <p:cNvSpPr/>
          <p:nvPr/>
        </p:nvSpPr>
        <p:spPr>
          <a:xfrm>
            <a:off x="2949766" y="4137631"/>
            <a:ext cx="931178" cy="637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</a:t>
            </a:r>
            <a:endParaRPr lang="zh-CN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A6CE08-4DBE-4292-B608-4D43D64B93C6}"/>
              </a:ext>
            </a:extLst>
          </p:cNvPr>
          <p:cNvSpPr txBox="1"/>
          <p:nvPr/>
        </p:nvSpPr>
        <p:spPr>
          <a:xfrm>
            <a:off x="4102310" y="4280181"/>
            <a:ext cx="92365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余数 </a:t>
            </a:r>
            <a:r>
              <a:rPr lang="en-US" altLang="zh-CN" sz="2000" dirty="0">
                <a:latin typeface="+mn-ea"/>
              </a:rPr>
              <a:t>1</a:t>
            </a:r>
            <a:endParaRPr lang="zh-CN" altLang="en-US" sz="20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95C31B2-5AF2-49C5-B677-8475DA1696AB}"/>
              </a:ext>
            </a:extLst>
          </p:cNvPr>
          <p:cNvSpPr txBox="1"/>
          <p:nvPr/>
        </p:nvSpPr>
        <p:spPr>
          <a:xfrm>
            <a:off x="6521704" y="3126817"/>
            <a:ext cx="3985386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CN" sz="2000" dirty="0">
                <a:latin typeface="+mn-ea"/>
              </a:rPr>
              <a:t>356</a:t>
            </a:r>
            <a:r>
              <a:rPr lang="zh-CN" altLang="en-US" sz="2000" dirty="0">
                <a:latin typeface="+mn-ea"/>
              </a:rPr>
              <a:t> 对应的十六进制数字为：</a:t>
            </a:r>
            <a:r>
              <a:rPr lang="en-US" altLang="zh-CN" sz="2000" dirty="0">
                <a:latin typeface="+mn-ea"/>
              </a:rPr>
              <a:t>164</a:t>
            </a:r>
            <a:endParaRPr lang="zh-CN" altLang="en-US" sz="20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8C52E4-6C70-7BD1-AD1A-80D94EFCFBF2}"/>
              </a:ext>
            </a:extLst>
          </p:cNvPr>
          <p:cNvSpPr txBox="1"/>
          <p:nvPr/>
        </p:nvSpPr>
        <p:spPr>
          <a:xfrm>
            <a:off x="2041848" y="290581"/>
            <a:ext cx="3143763" cy="369332"/>
          </a:xfrm>
          <a:prstGeom prst="rect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需求：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356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转成十六进制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334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33" grpId="0" animBg="1"/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c064124-f537-4a0d-887a-4f44502825de"/>
  <p:tag name="COMMONDATA" val="eyJoZGlkIjoiNWM2ZTM5MWI1NGI2YTlmMTlhZGVmZWRhMzc2ZTZj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noFill/>
        </a:ln>
      </a:spPr>
      <a:bodyPr wrap="square" rtlCol="0">
        <a:spAutoFit/>
      </a:bodyPr>
      <a:lstStyle>
        <a:defPPr algn="l">
          <a:defRPr sz="1600" dirty="0" smtClean="0">
            <a:latin typeface="宋体" panose="02010600030101010101" pitchFamily="2" charset="-122"/>
            <a:ea typeface="宋体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Times New Roman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2018-03-01T02:03:00Z</dcterms:created>
  <dcterms:modified xsi:type="dcterms:W3CDTF">2023-10-26T01:46:47Z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F7B4B2F6CD0549B6AE63142D8D89DB87_12</vt:lpwstr>
  </property>
</Properties>
</file>